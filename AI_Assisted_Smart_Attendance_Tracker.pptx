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AI-Assisted Smart Attendance &amp; Performance Tracker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Mini Project</a:t>
            </a:r>
          </a:p>
          <a:p>
            <a:r>
              <a:t>Using HTML, CSS, JavaScript</a:t>
            </a:r>
            <a:r>
              <a:rPr/>
              <a:t>, </a:t>
            </a:r>
            <a:r>
              <a:rPr smtClean="0"/>
              <a:t>Node.js</a:t>
            </a:r>
            <a:r>
              <a:rPr lang="en-US" smtClean="0"/>
              <a:t> MOGODB</a:t>
            </a:r>
            <a:endParaRPr/>
          </a:p>
          <a:p>
            <a:endParaRPr dirty="0"/>
          </a:p>
          <a:p>
            <a:r>
              <a:rPr dirty="0"/>
              <a:t>Name:</a:t>
            </a:r>
          </a:p>
          <a:p>
            <a:r>
              <a:rPr dirty="0"/>
              <a:t>Roll No:</a:t>
            </a:r>
          </a:p>
          <a:p>
            <a:r>
              <a:rPr dirty="0"/>
              <a:t>Semester: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attendance is time-consuming</a:t>
            </a:r>
          </a:p>
          <a:p>
            <a:r>
              <a:t>Human errors in calculation</a:t>
            </a:r>
          </a:p>
          <a:p>
            <a:r>
              <a:t>No automatic performance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 student data</a:t>
            </a:r>
          </a:p>
          <a:p>
            <a:r>
              <a:t>Calculate attendance automatically</a:t>
            </a:r>
          </a:p>
          <a:p>
            <a:r>
              <a:t>Generate AI-based remarks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CSS, JavaScript</a:t>
            </a:r>
          </a:p>
          <a:p>
            <a:r>
              <a:t>Backend: Node.js, Express</a:t>
            </a:r>
          </a:p>
          <a:p>
            <a:r>
              <a:t>Database: In-memory 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Frontend UI</a:t>
            </a:r>
          </a:p>
          <a:p>
            <a:r>
              <a:t>Frontend → Backend API</a:t>
            </a:r>
          </a:p>
          <a:p>
            <a:r>
              <a:t>Backend → AI Logic →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Management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r>
              <a:rPr sz="2000" dirty="0"/>
              <a:t>Add student</a:t>
            </a:r>
          </a:p>
          <a:p>
            <a:r>
              <a:rPr sz="2000" dirty="0"/>
              <a:t>Unique roll number validation</a:t>
            </a:r>
          </a:p>
          <a:p>
            <a:r>
              <a:rPr sz="2000" dirty="0"/>
              <a:t>Store data in memory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9712" y="2594113"/>
            <a:ext cx="5227984" cy="4249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Attendance Management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19759" y="1600200"/>
            <a:ext cx="5504771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Management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06647" y="1600200"/>
            <a:ext cx="673070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AI-Assisted Logic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891685"/>
            <a:ext cx="8229600" cy="3942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Input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44217" y="1252330"/>
            <a:ext cx="6748670" cy="56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65922" y="2067339"/>
            <a:ext cx="8020877" cy="2924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&amp; automated system</a:t>
            </a:r>
          </a:p>
          <a:p>
            <a:r>
              <a:t>Reduces manual work</a:t>
            </a:r>
          </a:p>
          <a:p>
            <a:r>
              <a:t>Exam-oriented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115</Words>
  <Application>Microsoft Office PowerPoint</Application>
  <PresentationFormat>On-screen Show (4:3)</PresentationFormat>
  <Paragraphs>36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AI-Assisted Smart Attendance &amp; Performance Tracker</vt:lpstr>
      <vt:lpstr>Problem Definition</vt:lpstr>
      <vt:lpstr>Objectives</vt:lpstr>
      <vt:lpstr>Technology Stack</vt:lpstr>
      <vt:lpstr>System Architecture</vt:lpstr>
      <vt:lpstr>Student Management Module</vt:lpstr>
      <vt:lpstr>Attendance Management</vt:lpstr>
      <vt:lpstr>Performance Management</vt:lpstr>
      <vt:lpstr>AI-Assisted Logic</vt:lpstr>
      <vt:lpstr>Sample Input</vt:lpstr>
      <vt:lpstr>Sample Output</vt:lpstr>
      <vt:lpstr>Conclusion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Smart Attendance &amp; Performance Tracker</dc:title>
  <dc:subject/>
  <dc:creator/>
  <cp:keywords/>
  <dc:description>generated using python-pptx</dc:description>
  <cp:lastModifiedBy>Nensi</cp:lastModifiedBy>
  <cp:revision>3</cp:revision>
  <dcterms:created xsi:type="dcterms:W3CDTF">2013-01-27T09:14:16Z</dcterms:created>
  <dcterms:modified xsi:type="dcterms:W3CDTF">2026-02-07T11:00:17Z</dcterms:modified>
  <cp:category/>
</cp:coreProperties>
</file>